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60" r:id="rId4"/>
    <p:sldId id="261" r:id="rId5"/>
    <p:sldId id="262" r:id="rId6"/>
    <p:sldId id="259" r:id="rId7"/>
    <p:sldId id="263" r:id="rId8"/>
    <p:sldId id="264" r:id="rId9"/>
    <p:sldId id="266" r:id="rId10"/>
    <p:sldId id="265" r:id="rId11"/>
    <p:sldId id="267" r:id="rId12"/>
    <p:sldId id="268" r:id="rId13"/>
    <p:sldId id="279" r:id="rId14"/>
    <p:sldId id="269" r:id="rId15"/>
    <p:sldId id="270" r:id="rId16"/>
    <p:sldId id="271" r:id="rId17"/>
    <p:sldId id="273" r:id="rId18"/>
    <p:sldId id="276" r:id="rId19"/>
    <p:sldId id="272" r:id="rId20"/>
    <p:sldId id="274" r:id="rId21"/>
    <p:sldId id="275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58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414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8"/>
          <a:stretch/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3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4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35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7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9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0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0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6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3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6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68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707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3EDD6-7778-4796-87E1-00226B23BBEA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F8288-9627-4896-B99D-F61E6957FCE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859" b="16182"/>
          <a:stretch/>
        </p:blipFill>
        <p:spPr>
          <a:xfrm>
            <a:off x="0" y="0"/>
            <a:ext cx="7718612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06" r="27423" b="16223"/>
          <a:stretch/>
        </p:blipFill>
        <p:spPr>
          <a:xfrm>
            <a:off x="7718611" y="-1"/>
            <a:ext cx="1425389" cy="685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618" y="728409"/>
            <a:ext cx="7674102" cy="2387600"/>
          </a:xfrm>
        </p:spPr>
        <p:txBody>
          <a:bodyPr>
            <a:normAutofit/>
          </a:bodyPr>
          <a:lstStyle/>
          <a:p>
            <a:pPr algn="l"/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alibri Light (Заголовки)"/>
              </a:rPr>
              <a:t>PaMagiTe</a:t>
            </a:r>
            <a:b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alibri Light (Заголовки)"/>
              </a:rPr>
            </a:b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Calibri Light (Заголовки)"/>
              </a:rPr>
              <a:t>Представляет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Calibri Light (Заголовки)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578" y="3251627"/>
            <a:ext cx="7674102" cy="1655762"/>
          </a:xfrm>
        </p:spPr>
        <p:txBody>
          <a:bodyPr/>
          <a:lstStyle/>
          <a:p>
            <a:pPr algn="l"/>
            <a:r>
              <a:rPr lang="en-US" dirty="0" smtClean="0"/>
              <a:t> 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product: telegram bot</a:t>
            </a:r>
            <a:b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</a:b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+mj-lt"/>
              </a:rPr>
              <a:t>@StudentsHouseBot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706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79" y="13495"/>
            <a:ext cx="868718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@</a:t>
            </a:r>
            <a:r>
              <a:rPr lang="en-US" sz="3600" dirty="0" smtClean="0"/>
              <a:t>StudentsHouseBot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Мотивация</a:t>
            </a:r>
            <a:endParaRPr lang="en-US" sz="3600" dirty="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990725" y="1543051"/>
            <a:ext cx="5105403" cy="584200"/>
            <a:chOff x="1248" y="2012"/>
            <a:chExt cx="3216" cy="368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gray">
            <a:xfrm>
              <a:off x="1790" y="2012"/>
              <a:ext cx="26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Часто забывал кто и где живёт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gray">
            <a:xfrm>
              <a:off x="1296" y="204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FFFFFF"/>
                  </a:solidFill>
                </a:rPr>
                <a:t>1</a:t>
              </a:r>
              <a:endParaRPr lang="en-US" sz="2400" b="1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586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79" y="13495"/>
            <a:ext cx="868718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@</a:t>
            </a:r>
            <a:r>
              <a:rPr lang="en-US" sz="3600" dirty="0" smtClean="0"/>
              <a:t>StudentsHouseBot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Мотивация</a:t>
            </a:r>
            <a:endParaRPr lang="en-US" sz="3600" dirty="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990725" y="1543051"/>
            <a:ext cx="5105403" cy="584200"/>
            <a:chOff x="1248" y="2012"/>
            <a:chExt cx="3216" cy="368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gray">
            <a:xfrm>
              <a:off x="1790" y="2012"/>
              <a:ext cx="26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Часто забывал кто и где живёт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gray">
            <a:xfrm>
              <a:off x="1296" y="204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FFFFFF"/>
                  </a:solidFill>
                </a:rPr>
                <a:t>1</a:t>
              </a:r>
              <a:endParaRPr lang="en-US" sz="2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990725" y="2122490"/>
            <a:ext cx="6700838" cy="842963"/>
            <a:chOff x="1248" y="2459"/>
            <a:chExt cx="4221" cy="531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gray">
            <a:xfrm>
              <a:off x="1736" y="2459"/>
              <a:ext cx="373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Не было возможности написать письмо конкретным комнатам</a:t>
              </a:r>
              <a:r>
                <a:rPr lang="en-US" sz="2400" dirty="0" smtClean="0">
                  <a:solidFill>
                    <a:srgbClr val="000000"/>
                  </a:solidFill>
                </a:rPr>
                <a:t>/</a:t>
              </a:r>
              <a:r>
                <a:rPr lang="ru-RU" sz="2400" dirty="0" smtClean="0">
                  <a:solidFill>
                    <a:srgbClr val="000000"/>
                  </a:solidFill>
                </a:rPr>
                <a:t>людям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56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79" y="13495"/>
            <a:ext cx="868718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@</a:t>
            </a:r>
            <a:r>
              <a:rPr lang="en-US" sz="3600" dirty="0" smtClean="0"/>
              <a:t>StudentsHouseBot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Мотивация</a:t>
            </a:r>
            <a:endParaRPr lang="en-US" sz="3600" dirty="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990725" y="1543051"/>
            <a:ext cx="5105403" cy="584200"/>
            <a:chOff x="1248" y="2012"/>
            <a:chExt cx="3216" cy="368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gray">
            <a:xfrm>
              <a:off x="1790" y="2012"/>
              <a:ext cx="26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Часто забывал кто и где живёт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gray">
            <a:xfrm>
              <a:off x="1296" y="204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FFFFFF"/>
                  </a:solidFill>
                </a:rPr>
                <a:t>1</a:t>
              </a:r>
              <a:endParaRPr lang="en-US" sz="2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990725" y="2122490"/>
            <a:ext cx="6700838" cy="842963"/>
            <a:chOff x="1248" y="2459"/>
            <a:chExt cx="4221" cy="531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gray">
            <a:xfrm>
              <a:off x="1736" y="2459"/>
              <a:ext cx="373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Не было возможности написать письмо конкретным комнатам</a:t>
              </a:r>
              <a:r>
                <a:rPr lang="en-US" sz="2400" dirty="0" smtClean="0">
                  <a:solidFill>
                    <a:srgbClr val="000000"/>
                  </a:solidFill>
                </a:rPr>
                <a:t>/</a:t>
              </a:r>
              <a:r>
                <a:rPr lang="ru-RU" sz="2400" dirty="0" smtClean="0">
                  <a:solidFill>
                    <a:srgbClr val="000000"/>
                  </a:solidFill>
                </a:rPr>
                <a:t>людям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1990725" y="2973397"/>
            <a:ext cx="8520122" cy="830264"/>
            <a:chOff x="1248" y="3057"/>
            <a:chExt cx="5367" cy="523"/>
          </a:xfrm>
        </p:grpSpPr>
        <p:sp>
          <p:nvSpPr>
            <p:cNvPr id="19" name="Line 18"/>
            <p:cNvSpPr>
              <a:spLocks noChangeShapeType="1"/>
            </p:cNvSpPr>
            <p:nvPr/>
          </p:nvSpPr>
          <p:spPr bwMode="gray">
            <a:xfrm>
              <a:off x="1441" y="3579"/>
              <a:ext cx="3023" cy="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gray">
            <a:xfrm rot="3419336">
              <a:off x="1261" y="32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gray">
            <a:xfrm>
              <a:off x="1691" y="3057"/>
              <a:ext cx="4924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Не было общего места куда попадает полезная информация с различных источников </a:t>
              </a:r>
              <a:r>
                <a:rPr lang="en-US" sz="2400" dirty="0" smtClean="0">
                  <a:solidFill>
                    <a:srgbClr val="000000"/>
                  </a:solidFill>
                </a:rPr>
                <a:t>(V</a:t>
              </a:r>
              <a:r>
                <a:rPr lang="en-US" sz="2400" dirty="0">
                  <a:solidFill>
                    <a:srgbClr val="000000"/>
                  </a:solidFill>
                </a:rPr>
                <a:t>K</a:t>
              </a:r>
              <a:r>
                <a:rPr lang="en-US" sz="2400" dirty="0" smtClean="0">
                  <a:solidFill>
                    <a:srgbClr val="000000"/>
                  </a:solidFill>
                </a:rPr>
                <a:t>)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gray">
            <a:xfrm>
              <a:off x="1296" y="324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rgbClr val="FFFFFF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4466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379" y="13495"/>
            <a:ext cx="8687181" cy="1325563"/>
          </a:xfrm>
        </p:spPr>
        <p:txBody>
          <a:bodyPr>
            <a:normAutofit/>
          </a:bodyPr>
          <a:lstStyle/>
          <a:p>
            <a:r>
              <a:rPr lang="en-US" sz="3600" dirty="0"/>
              <a:t>@</a:t>
            </a:r>
            <a:r>
              <a:rPr lang="en-US" sz="3600" dirty="0" smtClean="0"/>
              <a:t>StudentsHouseBot</a:t>
            </a:r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3600" dirty="0" smtClean="0"/>
              <a:t>Мотивация</a:t>
            </a:r>
            <a:endParaRPr lang="en-US" sz="3600" dirty="0"/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990725" y="1543051"/>
            <a:ext cx="5105403" cy="584200"/>
            <a:chOff x="1248" y="2012"/>
            <a:chExt cx="3216" cy="368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 dirty="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gray">
            <a:xfrm>
              <a:off x="1790" y="2012"/>
              <a:ext cx="26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Часто забывал кто и где живёт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gray">
            <a:xfrm>
              <a:off x="1296" y="204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 smtClean="0">
                  <a:solidFill>
                    <a:srgbClr val="FFFFFF"/>
                  </a:solidFill>
                </a:rPr>
                <a:t>1</a:t>
              </a:r>
              <a:endParaRPr lang="en-US" sz="2400" b="1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Group 12"/>
          <p:cNvGrpSpPr>
            <a:grpSpLocks/>
          </p:cNvGrpSpPr>
          <p:nvPr/>
        </p:nvGrpSpPr>
        <p:grpSpPr bwMode="auto">
          <a:xfrm>
            <a:off x="1990725" y="2122490"/>
            <a:ext cx="6700838" cy="842963"/>
            <a:chOff x="1248" y="2459"/>
            <a:chExt cx="4221" cy="531"/>
          </a:xfrm>
        </p:grpSpPr>
        <p:sp>
          <p:nvSpPr>
            <p:cNvPr id="14" name="Line 13"/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gray">
            <a:xfrm>
              <a:off x="1736" y="2459"/>
              <a:ext cx="3733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Не было возможности написать письмо конкретным комнатам</a:t>
              </a:r>
              <a:r>
                <a:rPr lang="en-US" sz="2400" dirty="0" smtClean="0">
                  <a:solidFill>
                    <a:srgbClr val="000000"/>
                  </a:solidFill>
                </a:rPr>
                <a:t>/</a:t>
              </a:r>
              <a:r>
                <a:rPr lang="ru-RU" sz="2400" dirty="0" smtClean="0">
                  <a:solidFill>
                    <a:srgbClr val="000000"/>
                  </a:solidFill>
                </a:rPr>
                <a:t>людям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gray">
            <a:xfrm>
              <a:off x="1296" y="265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1990725" y="2973397"/>
            <a:ext cx="8520122" cy="830264"/>
            <a:chOff x="1248" y="3057"/>
            <a:chExt cx="5367" cy="523"/>
          </a:xfrm>
        </p:grpSpPr>
        <p:sp>
          <p:nvSpPr>
            <p:cNvPr id="19" name="Line 18"/>
            <p:cNvSpPr>
              <a:spLocks noChangeShapeType="1"/>
            </p:cNvSpPr>
            <p:nvPr/>
          </p:nvSpPr>
          <p:spPr bwMode="gray">
            <a:xfrm>
              <a:off x="1441" y="3579"/>
              <a:ext cx="3023" cy="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gray">
            <a:xfrm rot="3419336">
              <a:off x="1261" y="32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gray">
            <a:xfrm>
              <a:off x="1691" y="3057"/>
              <a:ext cx="4924" cy="5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/>
              <a:r>
                <a:rPr lang="ru-RU" sz="2400" dirty="0" smtClean="0">
                  <a:solidFill>
                    <a:srgbClr val="000000"/>
                  </a:solidFill>
                </a:rPr>
                <a:t>Не было общего места куда попадает полезная информация с различных источников </a:t>
              </a:r>
              <a:r>
                <a:rPr lang="en-US" sz="2400" dirty="0" smtClean="0">
                  <a:solidFill>
                    <a:srgbClr val="000000"/>
                  </a:solidFill>
                </a:rPr>
                <a:t>(V</a:t>
              </a:r>
              <a:r>
                <a:rPr lang="en-US" sz="2400" dirty="0">
                  <a:solidFill>
                    <a:srgbClr val="000000"/>
                  </a:solidFill>
                </a:rPr>
                <a:t>K</a:t>
              </a:r>
              <a:r>
                <a:rPr lang="en-US" sz="2400" dirty="0" smtClean="0">
                  <a:solidFill>
                    <a:srgbClr val="000000"/>
                  </a:solidFill>
                </a:rPr>
                <a:t>)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gray">
            <a:xfrm>
              <a:off x="1296" y="3244"/>
              <a:ext cx="2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rgbClr val="FFFFFF"/>
                  </a:solidFill>
                </a:rPr>
                <a:t>3</a:t>
              </a:r>
            </a:p>
          </p:txBody>
        </p:sp>
      </p:grpSp>
      <p:pic>
        <p:nvPicPr>
          <p:cNvPr id="28" name="Рисунок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337" y="3981513"/>
            <a:ext cx="3320025" cy="264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6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/>
              <a:t>П</a:t>
            </a:r>
            <a:r>
              <a:rPr lang="ru-RU" sz="4000" dirty="0" smtClean="0"/>
              <a:t>омогает решать эти и другие задачи</a:t>
            </a:r>
            <a:endParaRPr lang="ru-RU" sz="4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005" y="1558833"/>
            <a:ext cx="4534138" cy="4171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6686" y="2342606"/>
            <a:ext cx="69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/start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82" y="2779647"/>
            <a:ext cx="975445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64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Описание команд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288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/help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60" y="2798704"/>
            <a:ext cx="434378" cy="32006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067" y="1776550"/>
            <a:ext cx="6048953" cy="36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52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Не забудьте зарегистрироваться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454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/registration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840" y="1611085"/>
            <a:ext cx="4457651" cy="421043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45" y="2854765"/>
            <a:ext cx="358171" cy="31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2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Вы можете изменять данные о себе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454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/profile 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60" y="2178075"/>
            <a:ext cx="6364664" cy="201156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33" y="2778791"/>
            <a:ext cx="385815" cy="34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92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Кто живёт в комнате?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288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/room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04" y="2815579"/>
            <a:ext cx="507836" cy="3286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742" y="1872343"/>
            <a:ext cx="6127682" cy="349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7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dirty="0" smtClean="0"/>
              <a:t>Где живёт студент?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288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/surname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27" y="2798162"/>
            <a:ext cx="438723" cy="32173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516" y="2285896"/>
            <a:ext cx="6043748" cy="1936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8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Пишем своим соседям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257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send_message_to_room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63" y="2840036"/>
            <a:ext cx="636829" cy="5122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885" y="3899807"/>
            <a:ext cx="4761387" cy="131662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886" y="1810029"/>
            <a:ext cx="4744538" cy="190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8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Поздравляем соседей с ДР!!!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257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send_message_to_room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863" y="2840036"/>
            <a:ext cx="636829" cy="51223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951" y="4409259"/>
            <a:ext cx="4411980" cy="183642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951" y="1556566"/>
            <a:ext cx="4468793" cy="275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16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Можно узнать свежую информацию с ваших источников информации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288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/info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2" y="2729354"/>
            <a:ext cx="383175" cy="42961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954" y="1996635"/>
            <a:ext cx="6808470" cy="232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Ваш список отслеживаемых групп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34904" y="2360022"/>
            <a:ext cx="145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my_groups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27" y="2887969"/>
            <a:ext cx="880139" cy="30349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906" y="2360022"/>
            <a:ext cx="6686335" cy="109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0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Подписка</a:t>
            </a:r>
            <a:r>
              <a:rPr lang="en-US" sz="4000" dirty="0" smtClean="0"/>
              <a:t>/</a:t>
            </a:r>
            <a:r>
              <a:rPr lang="ru-RU" sz="4000" dirty="0" smtClean="0"/>
              <a:t>Отписка от групп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4" y="2360022"/>
            <a:ext cx="1942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vk_management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38" y="2806871"/>
            <a:ext cx="544631" cy="34563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10" y="1698692"/>
            <a:ext cx="4648493" cy="103066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10" y="2972489"/>
            <a:ext cx="5617762" cy="248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2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53862" y="474971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Можно смотреть как последний пост</a:t>
            </a:r>
            <a:r>
              <a:rPr lang="en-US" sz="4000" dirty="0" smtClean="0"/>
              <a:t>, </a:t>
            </a:r>
            <a:r>
              <a:rPr lang="ru-RU" sz="4000" dirty="0" smtClean="0"/>
              <a:t>как и получать сообщение в тек</a:t>
            </a:r>
            <a:r>
              <a:rPr lang="ru-RU" sz="4000" dirty="0"/>
              <a:t>у</a:t>
            </a:r>
            <a:r>
              <a:rPr lang="ru-RU" sz="4000" dirty="0" smtClean="0"/>
              <a:t>щем времени</a:t>
            </a:r>
            <a:endParaRPr lang="ru-R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531223" y="2360022"/>
            <a:ext cx="198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vk_manag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e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ment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38" y="2806871"/>
            <a:ext cx="544631" cy="3456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495" y="1839293"/>
            <a:ext cx="5696027" cy="40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05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Планы на будущее</a:t>
            </a:r>
            <a:endParaRPr lang="ru-RU" sz="4000" dirty="0"/>
          </a:p>
        </p:txBody>
      </p:sp>
      <p:sp>
        <p:nvSpPr>
          <p:cNvPr id="6" name="TextBox 5"/>
          <p:cNvSpPr txBox="1"/>
          <p:nvPr/>
        </p:nvSpPr>
        <p:spPr>
          <a:xfrm>
            <a:off x="303140" y="1715589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Реализация более конкретных рассылок по этажам</a:t>
            </a:r>
            <a:r>
              <a:rPr lang="en-US" dirty="0" smtClean="0"/>
              <a:t>/</a:t>
            </a:r>
            <a:r>
              <a:rPr lang="ru-RU" dirty="0" smtClean="0"/>
              <a:t>группам по интересам</a:t>
            </a:r>
          </a:p>
          <a:p>
            <a:r>
              <a:rPr lang="en-US" dirty="0" smtClean="0"/>
              <a:t>/</a:t>
            </a:r>
            <a:r>
              <a:rPr lang="ru-RU" dirty="0" smtClean="0"/>
              <a:t>студентам одного факультета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415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Планы на будущее</a:t>
            </a:r>
            <a:endParaRPr lang="ru-RU" sz="4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87" y="3329693"/>
            <a:ext cx="4147000" cy="2687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3140" y="1715589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Реализация более конкретных рассылок по этажам</a:t>
            </a:r>
            <a:r>
              <a:rPr lang="en-US" dirty="0" smtClean="0"/>
              <a:t>/</a:t>
            </a:r>
            <a:r>
              <a:rPr lang="ru-RU" dirty="0" smtClean="0"/>
              <a:t>группам по интересам</a:t>
            </a:r>
          </a:p>
          <a:p>
            <a:r>
              <a:rPr lang="en-US" dirty="0" smtClean="0"/>
              <a:t>/</a:t>
            </a:r>
            <a:r>
              <a:rPr lang="ru-RU" dirty="0" smtClean="0"/>
              <a:t>студентам одного факультета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7574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Планы на будущее</a:t>
            </a:r>
            <a:endParaRPr lang="ru-RU" sz="4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87" y="3329693"/>
            <a:ext cx="4147000" cy="2687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3140" y="1715589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Реализация более конкретных рассылок по этажам</a:t>
            </a:r>
            <a:r>
              <a:rPr lang="en-US" dirty="0" smtClean="0"/>
              <a:t>/</a:t>
            </a:r>
            <a:r>
              <a:rPr lang="ru-RU" dirty="0" smtClean="0"/>
              <a:t>группам по интересам</a:t>
            </a:r>
          </a:p>
          <a:p>
            <a:r>
              <a:rPr lang="en-US" dirty="0" smtClean="0"/>
              <a:t>/</a:t>
            </a:r>
            <a:r>
              <a:rPr lang="ru-RU" dirty="0" smtClean="0"/>
              <a:t>студентам одного факультета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7724" y="2621952"/>
            <a:ext cx="871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Ввести оплату внутренних услуг</a:t>
            </a:r>
            <a:r>
              <a:rPr lang="en-US" dirty="0" smtClean="0"/>
              <a:t>/</a:t>
            </a:r>
            <a:r>
              <a:rPr lang="ru-RU" dirty="0" smtClean="0"/>
              <a:t>услуг студентов (блинчики</a:t>
            </a:r>
            <a:r>
              <a:rPr lang="en-US" dirty="0" smtClean="0"/>
              <a:t>, </a:t>
            </a:r>
            <a:r>
              <a:rPr lang="ru-RU" dirty="0" smtClean="0"/>
              <a:t>продажа ненужных вещей)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569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Планы на будущее</a:t>
            </a:r>
            <a:endParaRPr lang="ru-RU" sz="4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87" y="3329693"/>
            <a:ext cx="4147000" cy="2687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3140" y="1715589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Реализация более конкретных рассылок по этажам</a:t>
            </a:r>
            <a:r>
              <a:rPr lang="en-US" dirty="0" smtClean="0"/>
              <a:t>/</a:t>
            </a:r>
            <a:r>
              <a:rPr lang="ru-RU" dirty="0" smtClean="0"/>
              <a:t>группам по интересам</a:t>
            </a:r>
          </a:p>
          <a:p>
            <a:r>
              <a:rPr lang="en-US" dirty="0" smtClean="0"/>
              <a:t>/</a:t>
            </a:r>
            <a:r>
              <a:rPr lang="ru-RU" dirty="0" smtClean="0"/>
              <a:t>студентам одного факультета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7724" y="2621952"/>
            <a:ext cx="871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Ввести оплату внутренних услуг</a:t>
            </a:r>
            <a:r>
              <a:rPr lang="en-US" dirty="0" smtClean="0"/>
              <a:t>/</a:t>
            </a:r>
            <a:r>
              <a:rPr lang="ru-RU" dirty="0" smtClean="0"/>
              <a:t>услуг студентов (блинчики</a:t>
            </a:r>
            <a:r>
              <a:rPr lang="en-US" dirty="0" smtClean="0"/>
              <a:t>, </a:t>
            </a:r>
            <a:r>
              <a:rPr lang="ru-RU" dirty="0" smtClean="0"/>
              <a:t>продажа ненужных вещей)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97724" y="3431177"/>
            <a:ext cx="2961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Вести расписание событий</a:t>
            </a:r>
            <a:br>
              <a:rPr lang="ru-RU" dirty="0" smtClean="0"/>
            </a:br>
            <a:r>
              <a:rPr lang="ru-RU" dirty="0" smtClean="0"/>
              <a:t>общежития </a:t>
            </a:r>
            <a:r>
              <a:rPr lang="ru-RU" dirty="0" err="1" smtClean="0"/>
              <a:t>тех.работы</a:t>
            </a:r>
            <a:r>
              <a:rPr lang="en-US" dirty="0" smtClean="0"/>
              <a:t>/</a:t>
            </a:r>
            <a:r>
              <a:rPr lang="ru-RU" dirty="0" smtClean="0"/>
              <a:t> смена кухонь</a:t>
            </a:r>
            <a:r>
              <a:rPr lang="en-US" dirty="0" smtClean="0"/>
              <a:t>/</a:t>
            </a:r>
            <a:r>
              <a:rPr lang="ru-RU" dirty="0" smtClean="0"/>
              <a:t>день прививания от гриппа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850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Планы на будущее</a:t>
            </a:r>
            <a:endParaRPr lang="ru-RU" sz="4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87" y="3329693"/>
            <a:ext cx="4147000" cy="26879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3140" y="1715589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Реализация более конкретных рассылок по этажам</a:t>
            </a:r>
            <a:r>
              <a:rPr lang="en-US" dirty="0" smtClean="0"/>
              <a:t>/</a:t>
            </a:r>
            <a:r>
              <a:rPr lang="ru-RU" dirty="0" smtClean="0"/>
              <a:t>группам по интересам</a:t>
            </a:r>
          </a:p>
          <a:p>
            <a:r>
              <a:rPr lang="en-US" dirty="0" smtClean="0"/>
              <a:t>/</a:t>
            </a:r>
            <a:r>
              <a:rPr lang="ru-RU" dirty="0" smtClean="0"/>
              <a:t>студентам одного факультета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97724" y="2621952"/>
            <a:ext cx="8713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Ввести оплату внутренних услуг</a:t>
            </a:r>
            <a:r>
              <a:rPr lang="en-US" dirty="0" smtClean="0"/>
              <a:t>/</a:t>
            </a:r>
            <a:r>
              <a:rPr lang="ru-RU" dirty="0" smtClean="0"/>
              <a:t>услуг студентов (блинчики</a:t>
            </a:r>
            <a:r>
              <a:rPr lang="en-US" dirty="0" smtClean="0"/>
              <a:t>, </a:t>
            </a:r>
            <a:r>
              <a:rPr lang="ru-RU" dirty="0" smtClean="0"/>
              <a:t>продажа ненужных вещей)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97724" y="3431177"/>
            <a:ext cx="2961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Вести расписание событий</a:t>
            </a:r>
            <a:br>
              <a:rPr lang="ru-RU" dirty="0" smtClean="0"/>
            </a:br>
            <a:r>
              <a:rPr lang="ru-RU" dirty="0" smtClean="0"/>
              <a:t>общежития </a:t>
            </a:r>
            <a:r>
              <a:rPr lang="ru-RU" dirty="0" err="1" smtClean="0"/>
              <a:t>тех.работы</a:t>
            </a:r>
            <a:r>
              <a:rPr lang="en-US" dirty="0" smtClean="0"/>
              <a:t>/</a:t>
            </a:r>
            <a:r>
              <a:rPr lang="ru-RU" dirty="0" smtClean="0"/>
              <a:t> смена кухонь</a:t>
            </a:r>
            <a:r>
              <a:rPr lang="en-US" dirty="0" smtClean="0"/>
              <a:t>/</a:t>
            </a:r>
            <a:r>
              <a:rPr lang="ru-RU" dirty="0" smtClean="0"/>
              <a:t>день прививания от гриппа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297724" y="5071399"/>
            <a:ext cx="34924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Крч</a:t>
            </a:r>
            <a:r>
              <a:rPr lang="ru-RU" dirty="0" smtClean="0"/>
              <a:t> кучу всего можно придумать </a:t>
            </a:r>
            <a:br>
              <a:rPr lang="ru-RU" dirty="0" smtClean="0"/>
            </a:br>
            <a:r>
              <a:rPr lang="ru-RU" dirty="0" smtClean="0"/>
              <a:t>и реализовать</a:t>
            </a:r>
            <a:r>
              <a:rPr lang="en-US" dirty="0" smtClean="0"/>
              <a:t>, </a:t>
            </a:r>
            <a:r>
              <a:rPr lang="ru-RU" dirty="0" smtClean="0"/>
              <a:t>главное чтобы </a:t>
            </a:r>
            <a:br>
              <a:rPr lang="ru-RU" dirty="0" smtClean="0"/>
            </a:br>
            <a:r>
              <a:rPr lang="ru-RU" dirty="0" smtClean="0"/>
              <a:t>это было лаконично и понятно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598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724" y="129994"/>
            <a:ext cx="78867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@StudentsHouseBot</a:t>
            </a:r>
            <a:br>
              <a:rPr lang="en-US" dirty="0" smtClean="0"/>
            </a:br>
            <a:r>
              <a:rPr lang="ru-RU" sz="4000" dirty="0" smtClean="0"/>
              <a:t>Регистрируйтесь</a:t>
            </a:r>
            <a:r>
              <a:rPr lang="en-US" sz="4000" dirty="0" smtClean="0"/>
              <a:t>, </a:t>
            </a:r>
            <a:r>
              <a:rPr lang="ru-RU" sz="4000" dirty="0" smtClean="0"/>
              <a:t>пользуйтесь</a:t>
            </a:r>
            <a:r>
              <a:rPr lang="en-US" sz="4000" dirty="0" smtClean="0"/>
              <a:t>, </a:t>
            </a:r>
            <a:r>
              <a:rPr lang="ru-RU" sz="4000" dirty="0" smtClean="0"/>
              <a:t>помогайте развивать проект</a:t>
            </a:r>
            <a:endParaRPr lang="ru-RU" sz="4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24" y="1696598"/>
            <a:ext cx="6548846" cy="43542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57896" y="2673412"/>
            <a:ext cx="3587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Продолжаем работать!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23233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1031</TotalTime>
  <Words>288</Words>
  <Application>Microsoft Office PowerPoint</Application>
  <PresentationFormat>Экран (4:3)</PresentationFormat>
  <Paragraphs>71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Calibri Light (Заголовки)</vt:lpstr>
      <vt:lpstr>Office Theme</vt:lpstr>
      <vt:lpstr>PaMagiTe Представляет</vt:lpstr>
      <vt:lpstr>@StudentsHouseBot Мотивация</vt:lpstr>
      <vt:lpstr>@StudentsHouseBot Мотивация</vt:lpstr>
      <vt:lpstr>@StudentsHouseBot Мотивация</vt:lpstr>
      <vt:lpstr>@StudentsHouseBot Мотивация</vt:lpstr>
      <vt:lpstr>@StudentsHouseBot Помогает решать эти и другие задачи</vt:lpstr>
      <vt:lpstr>@StudentsHouseBot Описание команд</vt:lpstr>
      <vt:lpstr>@StudentsHouseBot Не забудьте зарегистрироваться</vt:lpstr>
      <vt:lpstr>@StudentsHouseBot Вы можете изменять данные о себе</vt:lpstr>
      <vt:lpstr>@StudentsHouseBot Кто живёт в комнате?</vt:lpstr>
      <vt:lpstr>@StudentsHouseBot Где живёт студент?</vt:lpstr>
      <vt:lpstr>@StudentsHouseBot Пишем своим соседям</vt:lpstr>
      <vt:lpstr>@StudentsHouseBot Поздравляем соседей с ДР!!!</vt:lpstr>
      <vt:lpstr>@StudentsHouseBot Можно узнать свежую информацию с ваших источников информации</vt:lpstr>
      <vt:lpstr>@StudentsHouseBot Ваш список отслеживаемых групп</vt:lpstr>
      <vt:lpstr>@StudentsHouseBot Подписка/Отписка от групп</vt:lpstr>
      <vt:lpstr>@StudentsHouseBot Можно смотреть как последний пост, как и получать сообщение в текущем времени</vt:lpstr>
      <vt:lpstr>@StudentsHouseBot Планы на будущее</vt:lpstr>
      <vt:lpstr>@StudentsHouseBot Планы на будущее</vt:lpstr>
      <vt:lpstr>@StudentsHouseBot Планы на будущее</vt:lpstr>
      <vt:lpstr>@StudentsHouseBot Планы на будущее</vt:lpstr>
      <vt:lpstr>@StudentsHouseBot Планы на будущее</vt:lpstr>
      <vt:lpstr>@StudentsHouseBot Регистрируйтесь, пользуйтесь, помогайте развивать проект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 PRESENTATION</dc:title>
  <dc:creator>User</dc:creator>
  <cp:lastModifiedBy>Александр Наумцев</cp:lastModifiedBy>
  <cp:revision>42</cp:revision>
  <dcterms:created xsi:type="dcterms:W3CDTF">2020-05-19T07:28:08Z</dcterms:created>
  <dcterms:modified xsi:type="dcterms:W3CDTF">2022-02-13T10:40:37Z</dcterms:modified>
</cp:coreProperties>
</file>